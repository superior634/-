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E068F-DE0D-4D4E-BB24-BE8C49944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7A5855-212C-4CE3-BB0B-AB8D51923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880B2E-8178-4B59-B0F7-F2F8F264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F3C848-84ED-4446-A510-D92AADCD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5D0A7-4EA7-47AB-85BD-339EA906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76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9B00-7480-43C3-AD58-CC03A7B1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88631-267F-4F0D-9412-959F0747C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58B075-A619-49D3-9E4A-5065CAD8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C18AE2-E475-4236-8456-9A8577AB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5750BA-682A-403B-ABA7-00F5F191E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6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335391-AB12-491D-99BF-67E3B9BA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891540-8911-419F-A861-8D81EC1F2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825AEC-9EDB-4D75-AC94-C5F8657D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A66931-2AD7-4886-84D5-25143B8F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F7318C-26DA-41E4-B110-8BC744A3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99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7F409-7409-4634-BDA3-4B66E222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8496F6-9A91-47A6-979D-B056EFDDC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4FBE02-6942-41A5-B930-35E8F1E56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44B74F-3DF1-451A-9DC7-7AC00EBF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1EE58C-88E3-4717-A322-F7FF655A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5655A8-6A29-4958-B251-2F7130AD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49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28275-682B-4A8F-9BB8-8698011C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0FA207-6CC8-40BD-9267-9D1E5EB1B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D74821-F12B-4EB4-AE30-F96D67ED2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CE646E-2BDC-4DF6-A6D6-429AC5AEC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F6E125-543D-4E97-9714-5B7F3553C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E450DA-EF30-44F1-AD0A-8D974175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9010A3-F6D2-40E4-8430-6C5867C3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EB6FF5-EB50-48CA-8A20-27099BDE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95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BE472-B96B-40D1-A523-DC455C4D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6616A2-0645-4E09-B01B-34548E6F8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BAA3C1-285D-4A85-A22F-DACC5A3FA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05C5F9-C4E8-433E-A735-389974EA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96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CCF92D-6CAA-43C4-A47D-1E266D66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3AA69D-0583-4F9F-8A0A-81EECEFA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EB2B9E-7957-4C2F-A3C1-8F915A46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08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0F104-69F1-460D-AA43-412AAF03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94963-B6A0-47AC-86FE-E9AFF428C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105D8D-D75B-4441-B149-8002F022E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D3FD39-48B4-448B-8B76-C717A6AE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D97DA3-038B-404E-A769-FB445FEA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E007CD-C565-47DF-8DFD-B37462529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47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BF9CF-A210-4942-B21F-FA2AE4DD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68E33E-C699-41CD-9657-8AAA1B50A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5C23B8-DC18-4E27-8A4A-C7B35150F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AEB11F-DF0A-404E-9161-96180EF0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7D2A51-BFE4-4759-8BEF-6D6E076A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A5E0B9-726C-4F05-AD0E-D6FF9A95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01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7F813-458A-4BD4-99DA-287C9902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C70015-F5FE-4E83-AD8A-AE9F901C3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BA22C7-95A2-4DDE-8B18-F0506C7C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4E74A-16C3-45A0-94EB-0A3FBBBB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2AD71-5ABF-40A4-A753-90B35445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94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4FB2D9-5F6E-459F-AB10-2DF696E12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A86BBA-02B0-428C-8C6A-3DAC31090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7D8BDE-379A-4C3C-B3BE-EC78C832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C74359-E2A9-46AD-BBC4-2065E42F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3E636-EEDA-4922-942C-741325D2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84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26004-14E7-4BA5-89D9-8324C965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1E17D1-BB30-4A05-9F9F-C30E7413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A25F11-B50F-4CC4-BBDC-B8BE0C92E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26B91-F998-4CDA-A857-4C0A2CD3C98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E164C-B1FB-4B13-86F4-6FB6C7C49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929CD3-3D33-43C5-9A46-27F0778C4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0DD2C-5C21-4F10-9D1C-00CFB5A835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94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70AC2-CCE2-489A-9946-42B0F35D6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ru-RU" b="1" dirty="0"/>
              <a:t>Проект : </a:t>
            </a:r>
            <a:r>
              <a:rPr lang="en-US" b="1" dirty="0"/>
              <a:t>Wyvern</a:t>
            </a:r>
            <a:r>
              <a:rPr lang="ru-RU" b="1" dirty="0"/>
              <a:t>:</a:t>
            </a:r>
            <a:r>
              <a:rPr lang="en-US" b="1" dirty="0"/>
              <a:t> The Path to the Crown of Heaven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3F40E7-0372-4D8C-9296-C03465B23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ru-RU" b="1" dirty="0"/>
              <a:t>Над проектом работал: Белянин Иван</a:t>
            </a:r>
          </a:p>
        </p:txBody>
      </p:sp>
    </p:spTree>
    <p:extLst>
      <p:ext uri="{BB962C8B-B14F-4D97-AF65-F5344CB8AC3E}">
        <p14:creationId xmlns:p14="http://schemas.microsoft.com/office/powerpoint/2010/main" val="407712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DCE3-4A84-4926-A9D4-0A09D1E2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27B823-0A44-4A35-A09C-D9C2B7AB3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-Проект представляет собой 2Д игру.</a:t>
            </a:r>
          </a:p>
          <a:p>
            <a:r>
              <a:rPr lang="ru-RU" dirty="0"/>
              <a:t>-Проект может помочь скоротать время когда нечем заняться.</a:t>
            </a:r>
          </a:p>
          <a:p>
            <a:r>
              <a:rPr lang="ru-RU" dirty="0"/>
              <a:t>-Узнать на что я способен в создании похожих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82413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BFFE9-B273-4D15-AF79-39AFC798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Составляющие проекта: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6DA5F5-9028-44DD-A312-9F3C784B4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-Проект создан на основе библиотеки </a:t>
            </a:r>
            <a:r>
              <a:rPr lang="en-US" dirty="0"/>
              <a:t>Arcade</a:t>
            </a:r>
          </a:p>
          <a:p>
            <a:r>
              <a:rPr lang="en-US" dirty="0"/>
              <a:t>-</a:t>
            </a:r>
            <a:r>
              <a:rPr lang="ru-RU" dirty="0"/>
              <a:t>Главное меню</a:t>
            </a:r>
          </a:p>
          <a:p>
            <a:r>
              <a:rPr lang="ru-RU" dirty="0"/>
              <a:t>-Игровое окно</a:t>
            </a:r>
          </a:p>
          <a:p>
            <a:r>
              <a:rPr lang="ru-RU" dirty="0"/>
              <a:t>-Окно настроек</a:t>
            </a:r>
          </a:p>
          <a:p>
            <a:r>
              <a:rPr lang="ru-RU" dirty="0"/>
              <a:t>-Проект может быть открыт как из файла </a:t>
            </a:r>
            <a:r>
              <a:rPr lang="en-US" dirty="0"/>
              <a:t>.</a:t>
            </a:r>
            <a:r>
              <a:rPr lang="en-US" dirty="0" err="1"/>
              <a:t>py</a:t>
            </a:r>
            <a:r>
              <a:rPr lang="en-US" dirty="0"/>
              <a:t>, </a:t>
            </a:r>
            <a:r>
              <a:rPr lang="ru-RU" dirty="0"/>
              <a:t>и </a:t>
            </a:r>
            <a:r>
              <a:rPr lang="en-US" dirty="0"/>
              <a:t>.exe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015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43AC5-BB60-4396-888F-7217BC7F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Реализованные функции: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5F146-142F-400B-8ADB-F7F68C0B2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6704" y="1984651"/>
            <a:ext cx="10515600" cy="4351338"/>
          </a:xfrm>
        </p:spPr>
        <p:txBody>
          <a:bodyPr/>
          <a:lstStyle/>
          <a:p>
            <a:r>
              <a:rPr lang="ru-RU" sz="5400" dirty="0"/>
              <a:t>Настройки</a:t>
            </a:r>
          </a:p>
          <a:p>
            <a:r>
              <a:rPr lang="ru-RU" sz="5400" dirty="0"/>
              <a:t>Механики </a:t>
            </a:r>
            <a:r>
              <a:rPr lang="ru-RU" sz="5400" dirty="0" err="1"/>
              <a:t>стрейфов</a:t>
            </a:r>
            <a:endParaRPr lang="ru-RU" sz="5400" dirty="0"/>
          </a:p>
          <a:p>
            <a:r>
              <a:rPr lang="ru-RU" sz="5400" dirty="0"/>
              <a:t>Механики атак</a:t>
            </a:r>
          </a:p>
          <a:p>
            <a:r>
              <a:rPr lang="ru-RU" sz="5400" dirty="0"/>
              <a:t>Отображение здоровья</a:t>
            </a:r>
          </a:p>
          <a:p>
            <a:r>
              <a:rPr lang="ru-RU" sz="5400" dirty="0"/>
              <a:t>Несколько уровней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537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15C1E-D9E4-4ABD-9B6B-6F81627F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изображения из игры: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18D380C-C3D1-48CB-86FB-A77252BE4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600" y="1234417"/>
            <a:ext cx="4355392" cy="24398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3F3555-C71C-4504-8547-855393F7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37" y="1740382"/>
            <a:ext cx="4318930" cy="386777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EBD196-C218-4C4C-BF13-8B8F7EDCF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00" y="4039227"/>
            <a:ext cx="4969565" cy="266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0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416D2-632A-4974-AB30-A8182B82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87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ru-RU" sz="6000" b="1" dirty="0"/>
              <a:t>Будущее развитие проекта:</a:t>
            </a:r>
            <a:br>
              <a:rPr lang="ru-RU" sz="6000" b="1" dirty="0"/>
            </a:br>
            <a:endParaRPr lang="ru-RU" sz="6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EDA874-4454-4876-BCB0-6D2991CAC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00" dirty="0"/>
              <a:t>-В проект можно добавить множество уровней</a:t>
            </a:r>
          </a:p>
          <a:p>
            <a:pPr algn="ctr"/>
            <a:r>
              <a:rPr lang="ru-RU" sz="4400" dirty="0"/>
              <a:t>-Механики </a:t>
            </a:r>
            <a:r>
              <a:rPr lang="ru-RU" sz="4400" dirty="0" err="1"/>
              <a:t>хилок</a:t>
            </a:r>
            <a:r>
              <a:rPr lang="en-US" sz="4400" dirty="0"/>
              <a:t>,</a:t>
            </a:r>
            <a:r>
              <a:rPr lang="ru-RU" sz="4400" dirty="0"/>
              <a:t> </a:t>
            </a:r>
            <a:r>
              <a:rPr lang="ru-RU" sz="4400" dirty="0" err="1"/>
              <a:t>бафов</a:t>
            </a:r>
            <a:r>
              <a:rPr lang="en-US" sz="4400" dirty="0"/>
              <a:t>,</a:t>
            </a:r>
            <a:r>
              <a:rPr lang="ru-RU" sz="4400" dirty="0"/>
              <a:t> </a:t>
            </a:r>
            <a:r>
              <a:rPr lang="ru-RU" sz="4400" dirty="0" err="1"/>
              <a:t>дебафов</a:t>
            </a:r>
            <a:endParaRPr lang="ru-RU" sz="4400" dirty="0"/>
          </a:p>
          <a:p>
            <a:pPr algn="ctr"/>
            <a:r>
              <a:rPr lang="en-US" sz="4400" dirty="0"/>
              <a:t>-</a:t>
            </a:r>
            <a:r>
              <a:rPr lang="ru-RU" sz="4400" dirty="0"/>
              <a:t>Более детальные настройки</a:t>
            </a:r>
          </a:p>
        </p:txBody>
      </p:sp>
    </p:spTree>
    <p:extLst>
      <p:ext uri="{BB962C8B-B14F-4D97-AF65-F5344CB8AC3E}">
        <p14:creationId xmlns:p14="http://schemas.microsoft.com/office/powerpoint/2010/main" val="4202373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A0D60-60B5-479F-9623-D0D039A9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3" y="24722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AB303-A56E-4883-A3EE-6FF76980AA9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0018642" y="6176963"/>
            <a:ext cx="1335157" cy="170828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93721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127</Words>
  <Application>Microsoft Office PowerPoint</Application>
  <PresentationFormat>Широкоэкранный</PresentationFormat>
  <Paragraphs>24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Проект : Wyvern: The Path to the Crown of Heaven</vt:lpstr>
      <vt:lpstr>Цели проекта:</vt:lpstr>
      <vt:lpstr>Составляющие проекта: </vt:lpstr>
      <vt:lpstr>Реализованные функции: </vt:lpstr>
      <vt:lpstr>Некоторые изображения из игры: </vt:lpstr>
      <vt:lpstr>Будущее развитие проекта: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: Wyvern: The Path to the Crown of Heaven</dc:title>
  <dc:creator>123 SuperioR</dc:creator>
  <cp:lastModifiedBy>123 SuperioR</cp:lastModifiedBy>
  <cp:revision>1</cp:revision>
  <dcterms:created xsi:type="dcterms:W3CDTF">2026-02-01T08:26:26Z</dcterms:created>
  <dcterms:modified xsi:type="dcterms:W3CDTF">2026-02-01T08:36:53Z</dcterms:modified>
</cp:coreProperties>
</file>